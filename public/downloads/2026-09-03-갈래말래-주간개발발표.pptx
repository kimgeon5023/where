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583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C7BE5"/>
          </a:solidFill>
          <a:ln w="12700">
            <a:solidFill>
              <a:srgbClr val="2C7B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5895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98448" y="749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갈래말래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4944" y="1874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96C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WEEKLY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추천을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여행 코스로 만드는 서비스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13232" y="37673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B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개발 내용 | 2026. 09. 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41080" y="16002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254C85"/>
          </a:solidFill>
          <a:ln w="12700">
            <a:solidFill>
              <a:srgbClr val="254C8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22402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선택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나만의 코스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15400" y="4160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리뷰도 함께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C7B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서비스 소개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갈래말래는 어떤 서비스인가요?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여행 장소를 추천받고, 마음에 드는 곳만 골라 나만의 여행 코스를 만드는 웹 서비스입니다.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9037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pic>
        <p:nvPicPr>
          <p:cNvPr id="6" name="Image 0" descr="C:\Users\과잘라자과꾸꽐라콱자불라자\Where\presentation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29384"/>
            <a:ext cx="6601968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45552" y="1865376"/>
            <a:ext cx="367588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45552" y="1865376"/>
            <a:ext cx="73152" cy="1060704"/>
          </a:xfrm>
          <a:prstGeom prst="rect">
            <a:avLst>
              <a:gd name="adj" fmla="val 100000"/>
            </a:avLst>
          </a:prstGeom>
          <a:solidFill>
            <a:srgbClr val="2C7BE5"/>
          </a:solidFill>
          <a:ln w="12700">
            <a:solidFill>
              <a:srgbClr val="2C7BE5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01584" y="20665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장소 추천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01584" y="24871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지역, 날짜, 누구와 가는지에 맞춰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장소를 보여줍니다.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45552" y="3227832"/>
            <a:ext cx="367588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45552" y="3227832"/>
            <a:ext cx="73152" cy="1060704"/>
          </a:xfrm>
          <a:prstGeom prst="rect">
            <a:avLst>
              <a:gd name="adj" fmla="val 100000"/>
            </a:avLst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01584" y="342900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코스 만들기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01584" y="384962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드는 장소를 추가하고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순서와 설명을 직접 바꿉니다.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45552" y="4590288"/>
            <a:ext cx="367588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45552" y="4590288"/>
            <a:ext cx="73152" cy="1060704"/>
          </a:xfrm>
          <a:prstGeom prst="rect">
            <a:avLst>
              <a:gd name="adj" fmla="val 10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01584" y="479145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경험 남기기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01584" y="521208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사진과 함께 리뷰를 쓰고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쓴 리뷰도 관리합니다.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6437376"/>
            <a:ext cx="10927080" cy="0"/>
          </a:xfrm>
          <a:prstGeom prst="line">
            <a:avLst/>
          </a:prstGeom>
          <a:noFill/>
          <a:ln w="8890">
            <a:solidFill>
              <a:srgbClr val="DCE5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5196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갈래말래 | 주간 개발 발표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018520" y="65196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C7B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지난주 작업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서비스가 기본적으로 동작하는 뼈대를 만들었습니다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회원별 정보와 여행 데이터를 저장하고, 실제 인터넷에서 사용할 수 있도록 배포했습니다.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73152" cy="3611880"/>
          </a:xfrm>
          <a:prstGeom prst="rect">
            <a:avLst>
              <a:gd name="adj" fmla="val 100000"/>
            </a:avLst>
          </a:prstGeom>
          <a:solidFill>
            <a:srgbClr val="2C7BE5"/>
          </a:solidFill>
          <a:ln w="12700">
            <a:solidFill>
              <a:srgbClr val="2C7BE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29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사람별 데이터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450592"/>
            <a:ext cx="2971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찜한 장소를 사람마다 따로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여행 코스도 내 계정에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내가 쓴 리뷰만 수정·삭제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9976" y="18288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9976" y="1828800"/>
            <a:ext cx="73152" cy="3611880"/>
          </a:xfrm>
          <a:prstGeom prst="rect">
            <a:avLst>
              <a:gd name="adj" fmla="val 100000"/>
            </a:avLst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029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장소 화면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2450592"/>
            <a:ext cx="2971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지도에서 장소 위치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장소별 사진·설명·리뷰 표시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원하는 장소를 찜하기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74152" y="18288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4152" y="1828800"/>
            <a:ext cx="73152" cy="3611880"/>
          </a:xfrm>
          <a:prstGeom prst="rect">
            <a:avLst>
              <a:gd name="adj" fmla="val 10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2029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 공개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0184" y="2450592"/>
            <a:ext cx="2971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Vercel: 웹 화면을 올리는 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Render: 요청을 처리하는 서버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PostgreSQL: 데이터를 저장하는 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79729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정리: “추천만 보는 화면”에서 “직접 사용할 수 있는 서비스”로 발전했습니다.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437376"/>
            <a:ext cx="10927080" cy="0"/>
          </a:xfrm>
          <a:prstGeom prst="line">
            <a:avLst/>
          </a:prstGeom>
          <a:noFill/>
          <a:ln w="8890">
            <a:solidFill>
              <a:srgbClr val="DCE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5196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갈래말래 | 주간 개발 발표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18520" y="65196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C7B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이번 주 작업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장소로 나만의 여행 코스를 직접 만들 수 있습니다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추천만 받는 것이 아니라, 사용자가 원하는 여행 계획으로 바꿀 수 있게 했습니다.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4944" y="2148840"/>
            <a:ext cx="2322576" cy="246888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3682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7BE5"/>
          </a:solidFill>
          <a:ln w="12700">
            <a:solidFill>
              <a:srgbClr val="2C7BE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68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짜기 누르기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34198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장소 카드 위에서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 편집을 시작합니다.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3072384" y="3383280"/>
            <a:ext cx="365760" cy="0"/>
          </a:xfrm>
          <a:prstGeom prst="line">
            <a:avLst/>
          </a:prstGeom>
          <a:noFill/>
          <a:ln w="19050">
            <a:solidFill>
              <a:srgbClr val="22A0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47872" y="2148840"/>
            <a:ext cx="2322576" cy="246888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85616" y="23682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7BE5"/>
          </a:solidFill>
          <a:ln w="12700">
            <a:solidFill>
              <a:srgbClr val="2C7BE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2468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85616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추가·제거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85616" y="34198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장소는 더하고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없는 장소는 뺍니다.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925312" y="3383280"/>
            <a:ext cx="365760" cy="0"/>
          </a:xfrm>
          <a:prstGeom prst="line">
            <a:avLst/>
          </a:prstGeom>
          <a:noFill/>
          <a:ln w="19050">
            <a:solidFill>
              <a:srgbClr val="22A0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2148840"/>
            <a:ext cx="2322576" cy="246888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38544" y="23682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7BE5"/>
          </a:solidFill>
          <a:ln w="12700">
            <a:solidFill>
              <a:srgbClr val="2C7B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2468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38544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순서·설명 바꾸기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38544" y="34198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순서와 코스 설명을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계획에 맞게 고칩니다.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8778240" y="3383280"/>
            <a:ext cx="365760" cy="0"/>
          </a:xfrm>
          <a:prstGeom prst="line">
            <a:avLst/>
          </a:prstGeom>
          <a:noFill/>
          <a:ln w="19050">
            <a:solidFill>
              <a:srgbClr val="22A0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53728" y="2148840"/>
            <a:ext cx="2322576" cy="246888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91472" y="23682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1472" y="2468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91472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후 저장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91472" y="34198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완료를 누르면 저장되고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보기 화면으로 돌아갑니다.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1188720" y="5120640"/>
            <a:ext cx="9784080" cy="530352"/>
          </a:xfrm>
          <a:prstGeom prst="roundRect">
            <a:avLst>
              <a:gd name="adj" fmla="val 13793"/>
            </a:avLst>
          </a:prstGeom>
          <a:solidFill>
            <a:srgbClr val="E9F8F0"/>
          </a:solidFill>
          <a:ln w="12700">
            <a:solidFill>
              <a:srgbClr val="E9F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528523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7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중에는 “완료”와 “취소” 버튼을 보여줘서, 저장 여부를 쉽게 알 수 있습니다.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6437376"/>
            <a:ext cx="10927080" cy="0"/>
          </a:xfrm>
          <a:prstGeom prst="line">
            <a:avLst/>
          </a:prstGeom>
          <a:noFill/>
          <a:ln w="8890">
            <a:solidFill>
              <a:srgbClr val="DCE5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5196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갈래말래 | 주간 개발 발표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18520" y="65196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C7B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이번 주 작업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리뷰는 자세히 보고, 추천 카드는 가볍게 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리뷰가 길어도 장소 카드가 너무 커지지 않도록 화면을 나누었습니다.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73152" cy="3520440"/>
          </a:xfrm>
          <a:prstGeom prst="rect">
            <a:avLst>
              <a:gd name="adj" fmla="val 10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756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작성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496312"/>
            <a:ext cx="2880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별점, 글, 사진을 함께 올림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올린 사진은 리뷰와 같이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작성 후에도 내 리뷰에서 수정·삭제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87452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874520"/>
            <a:ext cx="73152" cy="3520440"/>
          </a:xfrm>
          <a:prstGeom prst="rect">
            <a:avLst>
              <a:gd name="adj" fmla="val 100000"/>
            </a:avLst>
          </a:prstGeom>
          <a:solidFill>
            <a:srgbClr val="2C7BE5"/>
          </a:solidFill>
          <a:ln w="12700">
            <a:solidFill>
              <a:srgbClr val="2C7BE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756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카드에서는 미리보기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496312"/>
            <a:ext cx="2880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긴 리뷰는 몇 줄만 보여줌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카드 높이를 일정하게 유지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PC에서는 카드 2개씩 보기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29016" y="187452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9016" y="1874520"/>
            <a:ext cx="73152" cy="3520440"/>
          </a:xfrm>
          <a:prstGeom prst="rect">
            <a:avLst>
              <a:gd name="adj" fmla="val 100000"/>
            </a:avLst>
          </a:prstGeom>
          <a:solidFill>
            <a:srgbClr val="22A06B"/>
          </a:solidFill>
          <a:ln w="12700">
            <a:solidFill>
              <a:srgbClr val="22A0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20756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리뷰는 따로 보기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5048" y="2496312"/>
            <a:ext cx="2880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리뷰를 누르면 전체 글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긴 글과 사진은 스크롤해서 보기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휴대폰 화면도 너무 길어지지 않음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15568" y="5669280"/>
            <a:ext cx="9966960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5779008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7B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목록은 빠르게 보고, 궁금한 리뷰만 눌러서 자세히 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6437376"/>
            <a:ext cx="10927080" cy="0"/>
          </a:xfrm>
          <a:prstGeom prst="line">
            <a:avLst/>
          </a:prstGeom>
          <a:noFill/>
          <a:ln w="8890">
            <a:solidFill>
              <a:srgbClr val="DC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5196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갈래말래 | 주간 개발 발표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18520" y="65196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C7B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이번 주 작업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위치를 이용해 장소까지의 거리를 바로 보여줍니다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휴대폰이나 컴퓨터의 GPS 권한을 허용하면, 내 위치가 바뀔 때 거리도 함께 바뀝니다.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404872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6609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7B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휴대폰 GPS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391363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위치가 바뀌면 자동 갱신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85032" y="3520440"/>
            <a:ext cx="685800" cy="0"/>
          </a:xfrm>
          <a:prstGeom prst="line">
            <a:avLst/>
          </a:prstGeom>
          <a:noFill/>
          <a:ln w="19050">
            <a:solidFill>
              <a:srgbClr val="2C7B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80560" y="196596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404872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9F8F0"/>
          </a:solidFill>
          <a:ln w="12700">
            <a:solidFill>
              <a:srgbClr val="E9F8F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6609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3429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계산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391363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위치와 장소 좌표를 비교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1.24km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88352" y="3520440"/>
            <a:ext cx="685800" cy="0"/>
          </a:xfrm>
          <a:prstGeom prst="line">
            <a:avLst/>
          </a:prstGeom>
          <a:noFill/>
          <a:ln w="19050">
            <a:solidFill>
              <a:srgbClr val="22A0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83880" y="196596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2404872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6609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429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코스 카드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76488" y="391363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장소까지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거리 표시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62356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지도 위 두 지점 사이의 직선거리 기준입니다.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437376"/>
            <a:ext cx="10927080" cy="0"/>
          </a:xfrm>
          <a:prstGeom prst="line">
            <a:avLst/>
          </a:prstGeom>
          <a:noFill/>
          <a:ln w="8890">
            <a:solidFill>
              <a:srgbClr val="DCE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5196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갈래말래 | 주간 개발 발표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18520" y="65196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C7B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문제 해결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중 불편했던 부분을 고쳤습니다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나도 화면이 갑자기 비거나, 글 때문에 카드가 끝없이 길어지지 않게 했습니다.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847088"/>
            <a:ext cx="106984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299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장소가 안 보임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03320" y="202996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잠깐 늦게 켜질 수 있음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7360920" y="20299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2A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목록을 유지하고 자동으로 다시 연결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024128" y="2404872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불편했던 점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703320" y="240487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360920" y="2404872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방법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49808" y="3090672"/>
            <a:ext cx="106984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273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때문에 카드가 커짐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27355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리뷰 글이 카드 안에 모두 표시됨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7360920" y="32735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2A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미리보기만 표시하고 전체 글은 따로 보기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024128" y="3648456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불편했던 점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703320" y="364845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60920" y="3648456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방법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49808" y="4334256"/>
            <a:ext cx="106984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51713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메뉴가 가려짐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03320" y="451713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화면 요소가 메뉴 위에 표시됨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7360920" y="451713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2A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메뉴가 항상 위에 보이도록 화면 순서 수정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024128" y="489204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불편했던 점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03320" y="4892040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60920" y="489204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방법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60120" y="5779008"/>
            <a:ext cx="10195560" cy="320040"/>
          </a:xfrm>
          <a:prstGeom prst="roundRect">
            <a:avLst>
              <a:gd name="adj" fmla="val 22857"/>
            </a:avLst>
          </a:prstGeom>
          <a:solidFill>
            <a:srgbClr val="17243A"/>
          </a:solidFill>
          <a:ln w="12700">
            <a:solidFill>
              <a:srgbClr val="17243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5870448"/>
            <a:ext cx="9738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완료: 웹사이트 화면 빌드 성공 · 서버 상태 확인 주소에서 정상 응답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6437376"/>
            <a:ext cx="10927080" cy="0"/>
          </a:xfrm>
          <a:prstGeom prst="line">
            <a:avLst/>
          </a:prstGeom>
          <a:noFill/>
          <a:ln w="8890">
            <a:solidFill>
              <a:srgbClr val="DCE5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5196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갈래말래 | 주간 개발 발표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18520" y="65196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035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CC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서비스 구조와 다음 목표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화면, 서버, 데이터 저장소가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역할을 나눠서 동작합니다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27889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84260"/>
          </a:solidFill>
          <a:ln w="12700">
            <a:solidFill>
              <a:srgbClr val="28426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D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휴대폰·컴퓨터에서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D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장소를 확인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53512" y="3474720"/>
            <a:ext cx="457200" cy="0"/>
          </a:xfrm>
          <a:prstGeom prst="line">
            <a:avLst/>
          </a:prstGeom>
          <a:noFill/>
          <a:ln w="19050">
            <a:solidFill>
              <a:srgbClr val="8FC1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02152" y="27889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84260"/>
          </a:solidFill>
          <a:ln w="12700">
            <a:solidFill>
              <a:srgbClr val="28426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85032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D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D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보여주는 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9864" y="3474720"/>
            <a:ext cx="457200" cy="0"/>
          </a:xfrm>
          <a:prstGeom prst="line">
            <a:avLst/>
          </a:prstGeom>
          <a:noFill/>
          <a:ln w="19050">
            <a:solidFill>
              <a:srgbClr val="8FC1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18504" y="27889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1E7258"/>
          </a:solidFill>
          <a:ln w="12700">
            <a:solidFill>
              <a:srgbClr val="1E725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01384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D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처리하는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D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86216" y="3474720"/>
            <a:ext cx="457200" cy="0"/>
          </a:xfrm>
          <a:prstGeom prst="line">
            <a:avLst/>
          </a:prstGeom>
          <a:noFill/>
          <a:ln w="19050">
            <a:solidFill>
              <a:srgbClr val="8FC1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34856" y="27889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84260"/>
          </a:solidFill>
          <a:ln w="12700">
            <a:solidFill>
              <a:srgbClr val="28426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17736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D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리뷰·코스를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DE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저장하는 곳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901184"/>
            <a:ext cx="10771632" cy="749808"/>
          </a:xfrm>
          <a:prstGeom prst="roundRect">
            <a:avLst>
              <a:gd name="adj" fmla="val 9756"/>
            </a:avLst>
          </a:prstGeom>
          <a:solidFill>
            <a:srgbClr val="213A5A"/>
          </a:solidFill>
          <a:ln w="12700">
            <a:solidFill>
              <a:srgbClr val="213A5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148072"/>
            <a:ext cx="10222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목표: 실제 사용자가 코스를 만들고 리뷰를 쓸 때 불편한 점을 확인해 계속 개선하기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" y="60167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BD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갈래말래 주간 개발 발표</dc:title>
  <dc:subject>갈래말래 주간 개발 발표</dc:subject>
  <dc:creator>갈래말래 개발팀</dc:creator>
  <cp:lastModifiedBy>갈래말래 개발팀</cp:lastModifiedBy>
  <cp:revision>1</cp:revision>
  <dcterms:created xsi:type="dcterms:W3CDTF">2026-09-03T03:49:44Z</dcterms:created>
  <dcterms:modified xsi:type="dcterms:W3CDTF">2026-09-03T03:49:44Z</dcterms:modified>
</cp:coreProperties>
</file>